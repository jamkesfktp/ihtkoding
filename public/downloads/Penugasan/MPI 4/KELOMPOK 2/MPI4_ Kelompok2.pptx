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Quattrocento Sans"/>
      <p:regular r:id="rId24"/>
      <p:bold r:id="rId25"/>
      <p:italic r:id="rId26"/>
      <p:boldItalic r:id="rId27"/>
    </p:embeddedFon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QuattrocentoSa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schemas.openxmlformats.org/officeDocument/2006/relationships/font" Target="fonts/CenturyGothic-regular.fntdata"/><Relationship Id="rId27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8fc58a82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8fc58a82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a8fc58a82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a8fc58a82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8fc58a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a8fc58a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a8fc58a8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a8fc58a8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8fc58a8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a8fc58a8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8fc58a82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8fc58a82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a8fc58a82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a8fc58a8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a8fc58a8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a8fc58a8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8fc58a82_1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a8fc58a82_1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a8fc58a82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a8fc58a82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a8fc58a82_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a8fc58a82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a8fc58a82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a8fc58a82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a8fc58a82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a8fc58a82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a8fc58a82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a8fc58a82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a8fc58a82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a8fc58a82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-3518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2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27400" y="721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Penugasan MPI 4</a:t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377"/>
              </a:buClr>
              <a:buSzPts val="2800"/>
              <a:buFont typeface="Century Gothic"/>
              <a:buNone/>
            </a:pPr>
            <a:r>
              <a:rPr b="1" i="0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Optimalisasi Input Data dan Penyelesaian Masalah </a:t>
            </a:r>
            <a:r>
              <a:rPr b="1" i="1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Ungroupable</a:t>
            </a:r>
            <a:r>
              <a:rPr b="1" i="0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pada Aplikasi E-Klaim dalam iDRG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5940883" y="474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586650" y="96875"/>
            <a:ext cx="79707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Lembar Jawaban soal N</a:t>
            </a:r>
            <a:r>
              <a:rPr b="1" lang="en-GB" sz="2200">
                <a:solidFill>
                  <a:schemeClr val="dk1"/>
                </a:solidFill>
              </a:rPr>
              <a:t>o1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400" y="732875"/>
            <a:ext cx="7515547" cy="41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750" y="541649"/>
            <a:ext cx="7999476" cy="406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580650" y="297175"/>
            <a:ext cx="7653600" cy="3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Jadi pada soal pertama terjadi ungroupable or unreleted karena kode diagnosa yang di input salah bukan tindakan diatermy melaikan kode konsultasi dokter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/>
          <p:nvPr/>
        </p:nvSpPr>
        <p:spPr>
          <a:xfrm>
            <a:off x="601000" y="366075"/>
            <a:ext cx="8113500" cy="5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Soal 2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9275"/>
            <a:ext cx="8839200" cy="3258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96901" cy="329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443650" y="277550"/>
            <a:ext cx="8349600" cy="45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</a:t>
            </a:r>
            <a:r>
              <a:rPr lang="en-GB" sz="1800">
                <a:solidFill>
                  <a:schemeClr val="dk2"/>
                </a:solidFill>
              </a:rPr>
              <a:t>arena belum ada kode diagnosa untuk bayi kembar lahir hidup 1, meninggal 1 yaitu Z37.3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1240250" y="0"/>
            <a:ext cx="1937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Soal Nomor 3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90175"/>
            <a:ext cx="3540021" cy="1600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6425" y="3577575"/>
            <a:ext cx="5297576" cy="122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1700" y="1144950"/>
            <a:ext cx="4228875" cy="20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675" y="635975"/>
            <a:ext cx="4369323" cy="244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7175"/>
            <a:ext cx="8685874" cy="433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/>
          <p:nvPr/>
        </p:nvSpPr>
        <p:spPr>
          <a:xfrm>
            <a:off x="515250" y="225375"/>
            <a:ext cx="8113500" cy="55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Soal 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5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6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152400" y="152400"/>
            <a:ext cx="300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Jadi pada soal nomor 4 kodingannya bukan H25.2 karena pasien umurnya belum 28th. Jadi memakai koding catarak H26.2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/>
        </p:nvSpPr>
        <p:spPr>
          <a:xfrm>
            <a:off x="119050" y="73475"/>
            <a:ext cx="7970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GB" sz="2200">
                <a:solidFill>
                  <a:schemeClr val="dk1"/>
                </a:solidFill>
              </a:rPr>
              <a:t>SOAL NO 5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00" y="598225"/>
            <a:ext cx="8401130" cy="431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586650" y="112425"/>
            <a:ext cx="7970700" cy="15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Jadi pada soal nomor 5  terjadi ungroupable or unreleted karena kode IM yang diinput adalah multidrug resistance, yang tertulis di resume adalah pasien resisten terhadap golongan obat antibiotik, sehingga kode IM yang digunakan adalah U83.3 </a:t>
            </a:r>
            <a:r>
              <a:rPr lang="en-GB" sz="115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Respiratory diseases with resistance to other antibiotics (IM) </a:t>
            </a:r>
            <a:br>
              <a:rPr lang="en-GB" sz="115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537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75" y="523200"/>
            <a:ext cx="4940801" cy="215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/>
        </p:nvSpPr>
        <p:spPr>
          <a:xfrm>
            <a:off x="0" y="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SOAL NO 6</a:t>
            </a:r>
            <a:endParaRPr/>
          </a:p>
        </p:txBody>
      </p:sp>
      <p:pic>
        <p:nvPicPr>
          <p:cNvPr id="156" name="Google Shape;15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5125" y="2692875"/>
            <a:ext cx="4278877" cy="245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094" y="3053675"/>
            <a:ext cx="464497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9350" y="523200"/>
            <a:ext cx="3542250" cy="23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