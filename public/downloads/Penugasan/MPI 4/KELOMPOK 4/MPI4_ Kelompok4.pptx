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Quattrocento Sans"/>
      <p:regular r:id="rId22"/>
      <p:bold r:id="rId23"/>
      <p:italic r:id="rId24"/>
      <p:boldItalic r:id="rId25"/>
    </p:embeddedFont>
    <p:embeddedFont>
      <p:font typeface="Century Gothic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QuattrocentoSans-regular.fntdata"/><Relationship Id="rId21" Type="http://schemas.openxmlformats.org/officeDocument/2006/relationships/slide" Target="slides/slide16.xml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regular.fntdata"/><Relationship Id="rId25" Type="http://schemas.openxmlformats.org/officeDocument/2006/relationships/font" Target="fonts/QuattrocentoSans-boldItalic.fntdata"/><Relationship Id="rId28" Type="http://schemas.openxmlformats.org/officeDocument/2006/relationships/font" Target="fonts/CenturyGothic-italic.fntdata"/><Relationship Id="rId27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a9015311d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a9015311d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a9015311d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a9015311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9015311d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9015311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9015311d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9015311d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a9015311d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a9015311d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9015311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9015311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9015311d_7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a9015311d_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9015311d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a9015311d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9015311d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a9015311d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9015311d_7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a9015311d_7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a9015311d_6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a9015311d_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9015311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a9015311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a9015311d_7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a9015311d_7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-3518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4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7400" y="721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Penugasan MPI 4</a:t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377"/>
              </a:buClr>
              <a:buSzPts val="2800"/>
              <a:buFont typeface="Century Gothic"/>
              <a:buNone/>
            </a:pP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Optimalisasi Input Data dan Penyelesaian Masalah </a:t>
            </a:r>
            <a:r>
              <a:rPr b="1" i="1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Ungroupable</a:t>
            </a: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pada Aplikasi E-Klaim dalam iDRG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5940883" y="474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586650" y="96875"/>
            <a:ext cx="7970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Jawaban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732875"/>
            <a:ext cx="30852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Soal no 1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5" y="1209700"/>
            <a:ext cx="7685025" cy="35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382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0" y="732875"/>
            <a:ext cx="8650800" cy="3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Penjelasan no 1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Pada kasus ini solusi ugroupable nya adalah dengan memasukan kode Diathermy pada kode prosedur dan tidak memasukan kode consultation 89.07 karena kunjungan ke 2 pada rehabmedik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0" y="625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Soal no 2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5600"/>
            <a:ext cx="4690300" cy="270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775" y="731925"/>
            <a:ext cx="4572001" cy="36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50" y="649050"/>
            <a:ext cx="4991100" cy="32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Soal no 3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25" y="1162275"/>
            <a:ext cx="4272226" cy="33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451" y="1717400"/>
            <a:ext cx="4414574" cy="2481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0" y="0"/>
            <a:ext cx="8881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Penjelasan :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Pada kasus ini solusi ugroupable nya adalah dengan memakai rule MB1: dimana yang tertulis diresume medis adalah kondisiminor sebagai DU,maka dilakukan reseleksi kode : du : e11.5 (dimana diagnosis ini merupakan kondisi utama dan yang menghabiskan resource terbanyak dan DPJP utam (SPB)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Soal no 4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850" y="417700"/>
            <a:ext cx="8334150" cy="27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200" y="3190199"/>
            <a:ext cx="7511925" cy="24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/>
        </p:nvSpPr>
        <p:spPr>
          <a:xfrm>
            <a:off x="1466150" y="482350"/>
            <a:ext cx="7435800" cy="4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Penjelasan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Tidak bisa menggunakan Kode Diagnosa H25.2 pada usia 28 thn, karna kode ini digunakan pada pasien yang umum nya berusia 40-50 thn. Jadi untuk pasien yang berusia 10-39 thn menggunakan kode diagnosa H26.0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Soal no 5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00" y="523200"/>
            <a:ext cx="8152933" cy="431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878650" y="591175"/>
            <a:ext cx="77469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Penjelasan: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554" y="1108154"/>
            <a:ext cx="7209975" cy="12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/>
        </p:nvSpPr>
        <p:spPr>
          <a:xfrm>
            <a:off x="498975" y="2552775"/>
            <a:ext cx="83616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Pasien TB harus ada nomor SITB nya. Sedangkan pasie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Soal no 6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5600"/>
            <a:ext cx="4148177" cy="312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2502" y="1746025"/>
            <a:ext cx="4538624" cy="2551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