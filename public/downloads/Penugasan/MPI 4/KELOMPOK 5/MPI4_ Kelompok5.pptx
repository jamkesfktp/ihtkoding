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8f00c4e6_2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a8f00c4e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8f00c4e6_9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a8f00c4e6_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a8f00c4e6_9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a8f00c4e6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8f00c4e6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8f00c4e6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8f00c4e6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8f00c4e6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8f00c4e6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8f00c4e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8f00c4e6_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8f00c4e6_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a8f00c4e6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a8f00c4e6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a8f00c4e6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a8f00c4e6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8f00c4e6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a8f00c4e6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8f00c4e6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a8f00c4e6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-3518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5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7400" y="721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Penugasan MPI 4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ts val="2800"/>
              <a:buFont typeface="Century Gothic"/>
              <a:buNone/>
            </a:pP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b="1" i="1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40883" y="474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Soal No.1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5447" l="3307" r="4332" t="18802"/>
          <a:stretch/>
        </p:blipFill>
        <p:spPr>
          <a:xfrm>
            <a:off x="646988" y="624125"/>
            <a:ext cx="7850030" cy="362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Soal No.1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6021" l="3802" r="4581" t="18718"/>
          <a:stretch/>
        </p:blipFill>
        <p:spPr>
          <a:xfrm>
            <a:off x="1117450" y="910675"/>
            <a:ext cx="7189723" cy="33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Soal No.2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5275"/>
            <a:ext cx="8839201" cy="379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Penyelesaian kasus </a:t>
            </a:r>
            <a:r>
              <a:rPr b="1" lang="en-GB" sz="2200">
                <a:solidFill>
                  <a:schemeClr val="dk1"/>
                </a:solidFill>
              </a:rPr>
              <a:t>Soal No.2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5275"/>
            <a:ext cx="8839198" cy="381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509825" y="282700"/>
            <a:ext cx="8192100" cy="49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SOAL NO 3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8040"/>
            <a:ext cx="9143999" cy="3832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207125" y="367425"/>
            <a:ext cx="895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PENYELESAIAN SOAL NO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207125" y="1006475"/>
            <a:ext cx="85881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125"/>
            <a:ext cx="9144000" cy="421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2373275" y="249725"/>
            <a:ext cx="47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1802700" y="1812625"/>
            <a:ext cx="6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5" y="621350"/>
            <a:ext cx="8811876" cy="2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b="-5073" l="0" r="0" t="16224"/>
          <a:stretch/>
        </p:blipFill>
        <p:spPr>
          <a:xfrm>
            <a:off x="152400" y="899675"/>
            <a:ext cx="8606326" cy="4091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/>
        </p:nvSpPr>
        <p:spPr>
          <a:xfrm>
            <a:off x="248400" y="272425"/>
            <a:ext cx="84993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NOMOR 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562050" y="471050"/>
            <a:ext cx="6586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Penyelesaian Soal No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509775" y="1328300"/>
            <a:ext cx="79767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-GB" sz="1800">
                <a:solidFill>
                  <a:schemeClr val="dk2"/>
                </a:solidFill>
              </a:rPr>
              <a:t>Kroscek kembali identitas pasien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-GB" sz="1800">
                <a:solidFill>
                  <a:schemeClr val="dk2"/>
                </a:solidFill>
              </a:rPr>
              <a:t>Jika identitas benar, koordinasikan dengan kepala bagian casemix untuk konfirmasi dengan DPJP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596800" y="819450"/>
            <a:ext cx="856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 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1594325" y="227150"/>
            <a:ext cx="75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 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8849"/>
            <a:ext cx="8839199" cy="4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565625" y="476550"/>
            <a:ext cx="859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PENYELESAIAN SOAL NO 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