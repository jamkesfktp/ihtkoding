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Quattrocento Sans"/>
      <p:regular r:id="rId16"/>
      <p:bold r:id="rId17"/>
      <p:italic r:id="rId18"/>
      <p:boldItalic r:id="rId19"/>
    </p:embeddedFon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6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5.xml"/><Relationship Id="rId21" Type="http://schemas.openxmlformats.org/officeDocument/2006/relationships/font" Target="fonts/CenturyGothic-bold.fntdata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9f880cc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9f880cc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a9f880cc0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a9f880cc0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a931e80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a931e80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9" name="Google Shape;29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31" name="Google Shape;31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0" y="380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4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27400" y="1102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Penugasan MPI 5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 Data Klaim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938375" y="3003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Jawaban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11325" y="1250"/>
            <a:ext cx="12815826" cy="51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15500" y="1250"/>
            <a:ext cx="12415024" cy="51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21250" y="15577"/>
            <a:ext cx="13369274" cy="51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58625" y="1086175"/>
            <a:ext cx="10702626" cy="371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