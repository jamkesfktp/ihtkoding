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Quattrocento Sans"/>
      <p:regular r:id="rId19"/>
      <p:bold r:id="rId20"/>
      <p:italic r:id="rId21"/>
      <p:boldItalic r:id="rId22"/>
    </p:embeddedFon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22" Type="http://schemas.openxmlformats.org/officeDocument/2006/relationships/font" Target="fonts/QuattrocentoSans-boldItalic.fntdata"/><Relationship Id="rId21" Type="http://schemas.openxmlformats.org/officeDocument/2006/relationships/font" Target="fonts/QuattrocentoSans-italic.fntdata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19" Type="http://schemas.openxmlformats.org/officeDocument/2006/relationships/font" Target="fonts/QuattrocentoSans-regular.fntdata"/><Relationship Id="rId18" Type="http://schemas.openxmlformats.org/officeDocument/2006/relationships/font" Target="fonts/Nuni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937de3c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937de3c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a937de3c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a937de3c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a937de3c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a937de3c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937de3cc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a937de3c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a9eff9c5b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a9eff9c5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a9eff9c5b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a9eff9c5b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9" name="Google Shape;29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31" name="Google Shape;31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0" y="380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3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27400" y="1102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Penugasan MPI 5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Data Klaim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938375" y="3003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Jawaban NO 1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Diagram lingkaran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Kelas 1 30.4%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Kelas 2 15.6%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Kelas 3 54%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875" y="1017725"/>
            <a:ext cx="4627550" cy="42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 2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774" y="793600"/>
            <a:ext cx="4216350" cy="390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 3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39550"/>
            <a:ext cx="8341474" cy="398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 4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9251"/>
            <a:ext cx="8654150" cy="374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 5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8702"/>
            <a:ext cx="9144002" cy="4503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720875" y="445025"/>
            <a:ext cx="6994500" cy="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900" y="818275"/>
            <a:ext cx="8336199" cy="384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 6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Rekomendasi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Untuk kelas 3 terbanyak dengan presentasi 54 %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Untuk hasil penyakit terbanyak “</a:t>
            </a:r>
            <a:r>
              <a:rPr lang="en-GB">
                <a:solidFill>
                  <a:schemeClr val="dk1"/>
                </a:solidFill>
              </a:rPr>
              <a:t>Diseases and Disorders of the Nervous System”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